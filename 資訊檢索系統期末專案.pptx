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資訊檢索系統期末專案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4/16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進度：爬網站（使用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F252B5-0A66-4BB2-8051-1F4B456F37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4833" y="2423239"/>
            <a:ext cx="6872079" cy="3317875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C1C6121-B86D-4628-89D9-E16BBA44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099" y="2996703"/>
            <a:ext cx="6095999" cy="3150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13</TotalTime>
  <Words>37</Words>
  <Application>Microsoft Office PowerPoint</Application>
  <PresentationFormat>寬螢幕</PresentationFormat>
  <Paragraphs>8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標楷體</vt:lpstr>
      <vt:lpstr>Arial</vt:lpstr>
      <vt:lpstr>Garamond</vt:lpstr>
      <vt:lpstr>Times New Roman</vt:lpstr>
      <vt:lpstr>有機</vt:lpstr>
      <vt:lpstr>資訊檢索系統期末專案</vt:lpstr>
      <vt:lpstr>4/16進度：爬網站（使用BeautifulSoup）</vt:lpstr>
      <vt:lpstr>相關連結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2</cp:revision>
  <dcterms:created xsi:type="dcterms:W3CDTF">2026-04-15T14:20:03Z</dcterms:created>
  <dcterms:modified xsi:type="dcterms:W3CDTF">2026-04-15T14:33:56Z</dcterms:modified>
</cp:coreProperties>
</file>