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7" r:id="rId4"/>
    <p:sldId id="263" r:id="rId5"/>
    <p:sldId id="261" r:id="rId6"/>
    <p:sldId id="264" r:id="rId7"/>
    <p:sldId id="265" r:id="rId8"/>
    <p:sldId id="268" r:id="rId9"/>
    <p:sldId id="269" r:id="rId10"/>
    <p:sldId id="279" r:id="rId11"/>
    <p:sldId id="270" r:id="rId12"/>
    <p:sldId id="283" r:id="rId13"/>
    <p:sldId id="289" r:id="rId14"/>
    <p:sldId id="284" r:id="rId15"/>
    <p:sldId id="285" r:id="rId16"/>
    <p:sldId id="286" r:id="rId17"/>
    <p:sldId id="271" r:id="rId18"/>
    <p:sldId id="281" r:id="rId19"/>
    <p:sldId id="282" r:id="rId20"/>
    <p:sldId id="287" r:id="rId21"/>
    <p:sldId id="288" r:id="rId22"/>
    <p:sldId id="258" r:id="rId23"/>
    <p:sldId id="278" r:id="rId24"/>
    <p:sldId id="28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BA76EA-6B06-4563-BA94-837024255026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EF9695F1-D2F2-46EE-910E-501309FF95E0}">
      <dgm:prSet phldrT="[文字]"/>
      <dgm:spPr/>
      <dgm:t>
        <a:bodyPr/>
        <a:lstStyle/>
        <a:p>
          <a:r>
            <a:rPr lang="zh-TW" altLang="en-US" dirty="0">
              <a:latin typeface="標楷體" panose="03000509000000000000" pitchFamily="65" charset="-120"/>
              <a:ea typeface="標楷體" panose="03000509000000000000" pitchFamily="65" charset="-120"/>
            </a:rPr>
            <a:t>疫情</a:t>
          </a:r>
        </a:p>
      </dgm:t>
    </dgm:pt>
    <dgm:pt modelId="{EC524604-523E-4098-83D5-FD165CDA904F}" type="parTrans" cxnId="{C4B1BE5F-AF04-4EEF-83D0-155AFCB5469F}">
      <dgm:prSet/>
      <dgm:spPr/>
      <dgm:t>
        <a:bodyPr/>
        <a:lstStyle/>
        <a:p>
          <a:endParaRPr lang="zh-TW" altLang="en-US"/>
        </a:p>
      </dgm:t>
    </dgm:pt>
    <dgm:pt modelId="{CA9B8DBD-E7DF-4E94-A7AA-EE090B32CECF}" type="sibTrans" cxnId="{C4B1BE5F-AF04-4EEF-83D0-155AFCB5469F}">
      <dgm:prSet/>
      <dgm:spPr/>
      <dgm:t>
        <a:bodyPr/>
        <a:lstStyle/>
        <a:p>
          <a:endParaRPr lang="zh-TW" altLang="en-US"/>
        </a:p>
      </dgm:t>
    </dgm:pt>
    <dgm:pt modelId="{18C4879F-0E5A-4618-AECC-8E7BC7F77A71}">
      <dgm:prSet phldrT="[文字]"/>
      <dgm:spPr/>
      <dgm:t>
        <a:bodyPr/>
        <a:lstStyle/>
        <a:p>
          <a:r>
            <a:rPr lang="en-US" altLang="zh-TW" dirty="0">
              <a:latin typeface="標楷體" panose="03000509000000000000" pitchFamily="65" charset="-120"/>
              <a:ea typeface="標楷體" panose="03000509000000000000" pitchFamily="65" charset="-120"/>
            </a:rPr>
            <a:t>?</a:t>
          </a:r>
          <a:endParaRPr lang="zh-TW" altLang="en-US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BBD651E1-6723-4F5A-A610-16E954E23BB7}" type="parTrans" cxnId="{EE45DFCD-D452-425C-A034-ACFC73791A0F}">
      <dgm:prSet/>
      <dgm:spPr/>
      <dgm:t>
        <a:bodyPr/>
        <a:lstStyle/>
        <a:p>
          <a:endParaRPr lang="zh-TW" altLang="en-US"/>
        </a:p>
      </dgm:t>
    </dgm:pt>
    <dgm:pt modelId="{4AE79586-0A41-46F2-837C-5EA922501645}" type="sibTrans" cxnId="{EE45DFCD-D452-425C-A034-ACFC73791A0F}">
      <dgm:prSet/>
      <dgm:spPr/>
      <dgm:t>
        <a:bodyPr/>
        <a:lstStyle/>
        <a:p>
          <a:endParaRPr lang="zh-TW" altLang="en-US"/>
        </a:p>
      </dgm:t>
    </dgm:pt>
    <dgm:pt modelId="{8AE3726E-75FB-4CD0-AD19-C9D6B81CA7F7}">
      <dgm:prSet phldrT="[文字]"/>
      <dgm:spPr/>
      <dgm:t>
        <a:bodyPr/>
        <a:lstStyle/>
        <a:p>
          <a:r>
            <a:rPr lang="en-US" altLang="zh-TW" dirty="0">
              <a:latin typeface="Times New Roman" panose="02020603050405020304" pitchFamily="18" charset="0"/>
              <a:cs typeface="Times New Roman" panose="02020603050405020304" pitchFamily="18" charset="0"/>
            </a:rPr>
            <a:t>AI</a:t>
          </a:r>
          <a:endParaRPr lang="zh-TW" alt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7A024A8-ACF3-4289-8861-6716D2E32EC0}" type="parTrans" cxnId="{82F2F2DE-DF34-4263-A13D-B6AD40142521}">
      <dgm:prSet/>
      <dgm:spPr/>
      <dgm:t>
        <a:bodyPr/>
        <a:lstStyle/>
        <a:p>
          <a:endParaRPr lang="zh-TW" altLang="en-US"/>
        </a:p>
      </dgm:t>
    </dgm:pt>
    <dgm:pt modelId="{17BE14E1-9D7C-486E-BDF0-378827A22EBA}" type="sibTrans" cxnId="{82F2F2DE-DF34-4263-A13D-B6AD40142521}">
      <dgm:prSet/>
      <dgm:spPr/>
      <dgm:t>
        <a:bodyPr/>
        <a:lstStyle/>
        <a:p>
          <a:endParaRPr lang="zh-TW" altLang="en-US"/>
        </a:p>
      </dgm:t>
    </dgm:pt>
    <dgm:pt modelId="{93756187-EC59-4D7F-9060-1D62A65626E4}">
      <dgm:prSet phldrT="[文字]"/>
      <dgm:spPr/>
      <dgm:t>
        <a:bodyPr/>
        <a:lstStyle/>
        <a:p>
          <a:r>
            <a:rPr lang="zh-TW" altLang="en-US" dirty="0">
              <a:latin typeface="標楷體" panose="03000509000000000000" pitchFamily="65" charset="-120"/>
              <a:ea typeface="標楷體" panose="03000509000000000000" pitchFamily="65" charset="-120"/>
            </a:rPr>
            <a:t>詐騙</a:t>
          </a:r>
        </a:p>
      </dgm:t>
    </dgm:pt>
    <dgm:pt modelId="{B5069614-2112-455F-B2DD-F04F2D19C091}" type="parTrans" cxnId="{CA59A4D8-7805-400B-8188-2F85C78D3E52}">
      <dgm:prSet/>
      <dgm:spPr/>
      <dgm:t>
        <a:bodyPr/>
        <a:lstStyle/>
        <a:p>
          <a:endParaRPr lang="zh-TW" altLang="en-US"/>
        </a:p>
      </dgm:t>
    </dgm:pt>
    <dgm:pt modelId="{6C58C909-E7D0-4485-B4E3-52911310197C}" type="sibTrans" cxnId="{CA59A4D8-7805-400B-8188-2F85C78D3E52}">
      <dgm:prSet/>
      <dgm:spPr/>
      <dgm:t>
        <a:bodyPr/>
        <a:lstStyle/>
        <a:p>
          <a:endParaRPr lang="zh-TW" altLang="en-US"/>
        </a:p>
      </dgm:t>
    </dgm:pt>
    <dgm:pt modelId="{7421BAA9-F779-486E-AD8C-D024EA295426}" type="pres">
      <dgm:prSet presAssocID="{39BA76EA-6B06-4563-BA94-837024255026}" presName="Name0" presStyleCnt="0">
        <dgm:presLayoutVars>
          <dgm:dir/>
          <dgm:resizeHandles val="exact"/>
        </dgm:presLayoutVars>
      </dgm:prSet>
      <dgm:spPr/>
    </dgm:pt>
    <dgm:pt modelId="{F0D71F57-F39E-4BEA-825A-3C2186C4355C}" type="pres">
      <dgm:prSet presAssocID="{39BA76EA-6B06-4563-BA94-837024255026}" presName="arrow" presStyleLbl="bgShp" presStyleIdx="0" presStyleCnt="1"/>
      <dgm:spPr/>
    </dgm:pt>
    <dgm:pt modelId="{95385AB0-E53D-48C6-A206-C31AB2B8DDFC}" type="pres">
      <dgm:prSet presAssocID="{39BA76EA-6B06-4563-BA94-837024255026}" presName="points" presStyleCnt="0"/>
      <dgm:spPr/>
    </dgm:pt>
    <dgm:pt modelId="{FB14F5CA-74CD-41F8-B937-5E86E7027DA0}" type="pres">
      <dgm:prSet presAssocID="{EF9695F1-D2F2-46EE-910E-501309FF95E0}" presName="compositeA" presStyleCnt="0"/>
      <dgm:spPr/>
    </dgm:pt>
    <dgm:pt modelId="{65E73C9B-7DEC-466A-A79B-796DE227ADB9}" type="pres">
      <dgm:prSet presAssocID="{EF9695F1-D2F2-46EE-910E-501309FF95E0}" presName="textA" presStyleLbl="revTx" presStyleIdx="0" presStyleCnt="4">
        <dgm:presLayoutVars>
          <dgm:bulletEnabled val="1"/>
        </dgm:presLayoutVars>
      </dgm:prSet>
      <dgm:spPr/>
    </dgm:pt>
    <dgm:pt modelId="{45A6A8F0-B1D6-4688-9CA9-EF202B64FCD6}" type="pres">
      <dgm:prSet presAssocID="{EF9695F1-D2F2-46EE-910E-501309FF95E0}" presName="circleA" presStyleLbl="node1" presStyleIdx="0" presStyleCnt="4"/>
      <dgm:spPr/>
    </dgm:pt>
    <dgm:pt modelId="{6A66B90A-CB54-426F-9BB1-325491E61F98}" type="pres">
      <dgm:prSet presAssocID="{EF9695F1-D2F2-46EE-910E-501309FF95E0}" presName="spaceA" presStyleCnt="0"/>
      <dgm:spPr/>
    </dgm:pt>
    <dgm:pt modelId="{9D391CB7-34AC-4350-94F1-E6B10CC9080D}" type="pres">
      <dgm:prSet presAssocID="{CA9B8DBD-E7DF-4E94-A7AA-EE090B32CECF}" presName="space" presStyleCnt="0"/>
      <dgm:spPr/>
    </dgm:pt>
    <dgm:pt modelId="{4B525CCC-6C12-4810-A9F2-1ED91A5AED70}" type="pres">
      <dgm:prSet presAssocID="{18C4879F-0E5A-4618-AECC-8E7BC7F77A71}" presName="compositeB" presStyleCnt="0"/>
      <dgm:spPr/>
    </dgm:pt>
    <dgm:pt modelId="{17B2C020-7EDE-4C68-AC0C-0161BCDFDCD1}" type="pres">
      <dgm:prSet presAssocID="{18C4879F-0E5A-4618-AECC-8E7BC7F77A71}" presName="textB" presStyleLbl="revTx" presStyleIdx="1" presStyleCnt="4">
        <dgm:presLayoutVars>
          <dgm:bulletEnabled val="1"/>
        </dgm:presLayoutVars>
      </dgm:prSet>
      <dgm:spPr/>
    </dgm:pt>
    <dgm:pt modelId="{388803F4-D24C-43AF-A40C-E269BF2641C9}" type="pres">
      <dgm:prSet presAssocID="{18C4879F-0E5A-4618-AECC-8E7BC7F77A71}" presName="circleB" presStyleLbl="node1" presStyleIdx="1" presStyleCnt="4"/>
      <dgm:spPr/>
    </dgm:pt>
    <dgm:pt modelId="{5F8572A5-326D-4ABA-B75D-9E8E646DF764}" type="pres">
      <dgm:prSet presAssocID="{18C4879F-0E5A-4618-AECC-8E7BC7F77A71}" presName="spaceB" presStyleCnt="0"/>
      <dgm:spPr/>
    </dgm:pt>
    <dgm:pt modelId="{16586103-A175-4B4F-8DBD-65F5A3D76BBC}" type="pres">
      <dgm:prSet presAssocID="{4AE79586-0A41-46F2-837C-5EA922501645}" presName="space" presStyleCnt="0"/>
      <dgm:spPr/>
    </dgm:pt>
    <dgm:pt modelId="{FDAF9D7E-AA21-46CA-88E3-9E322BD6A7C0}" type="pres">
      <dgm:prSet presAssocID="{93756187-EC59-4D7F-9060-1D62A65626E4}" presName="compositeA" presStyleCnt="0"/>
      <dgm:spPr/>
    </dgm:pt>
    <dgm:pt modelId="{8CE852D7-8899-4908-B7F1-42F32C89D74F}" type="pres">
      <dgm:prSet presAssocID="{93756187-EC59-4D7F-9060-1D62A65626E4}" presName="textA" presStyleLbl="revTx" presStyleIdx="2" presStyleCnt="4">
        <dgm:presLayoutVars>
          <dgm:bulletEnabled val="1"/>
        </dgm:presLayoutVars>
      </dgm:prSet>
      <dgm:spPr/>
    </dgm:pt>
    <dgm:pt modelId="{758C6F5C-8415-4852-9352-C5C0D921FEBD}" type="pres">
      <dgm:prSet presAssocID="{93756187-EC59-4D7F-9060-1D62A65626E4}" presName="circleA" presStyleLbl="node1" presStyleIdx="2" presStyleCnt="4"/>
      <dgm:spPr/>
    </dgm:pt>
    <dgm:pt modelId="{BEBF0864-4BCC-49CF-97CE-B99D6F37512C}" type="pres">
      <dgm:prSet presAssocID="{93756187-EC59-4D7F-9060-1D62A65626E4}" presName="spaceA" presStyleCnt="0"/>
      <dgm:spPr/>
    </dgm:pt>
    <dgm:pt modelId="{1716BBE6-F9EC-4AE7-8349-42C5686050DC}" type="pres">
      <dgm:prSet presAssocID="{6C58C909-E7D0-4485-B4E3-52911310197C}" presName="space" presStyleCnt="0"/>
      <dgm:spPr/>
    </dgm:pt>
    <dgm:pt modelId="{B4A60255-0548-4AFB-BF8C-6C15F5D82B5E}" type="pres">
      <dgm:prSet presAssocID="{8AE3726E-75FB-4CD0-AD19-C9D6B81CA7F7}" presName="compositeB" presStyleCnt="0"/>
      <dgm:spPr/>
    </dgm:pt>
    <dgm:pt modelId="{BA686BC1-F7AD-4885-8EB6-68B6E7717DDD}" type="pres">
      <dgm:prSet presAssocID="{8AE3726E-75FB-4CD0-AD19-C9D6B81CA7F7}" presName="textB" presStyleLbl="revTx" presStyleIdx="3" presStyleCnt="4">
        <dgm:presLayoutVars>
          <dgm:bulletEnabled val="1"/>
        </dgm:presLayoutVars>
      </dgm:prSet>
      <dgm:spPr/>
    </dgm:pt>
    <dgm:pt modelId="{394A1AED-D461-4CB8-81C8-FE05655CE086}" type="pres">
      <dgm:prSet presAssocID="{8AE3726E-75FB-4CD0-AD19-C9D6B81CA7F7}" presName="circleB" presStyleLbl="node1" presStyleIdx="3" presStyleCnt="4"/>
      <dgm:spPr/>
    </dgm:pt>
    <dgm:pt modelId="{BF2C5714-B9F7-41E4-B73F-B93743B6B6A1}" type="pres">
      <dgm:prSet presAssocID="{8AE3726E-75FB-4CD0-AD19-C9D6B81CA7F7}" presName="spaceB" presStyleCnt="0"/>
      <dgm:spPr/>
    </dgm:pt>
  </dgm:ptLst>
  <dgm:cxnLst>
    <dgm:cxn modelId="{C4B1BE5F-AF04-4EEF-83D0-155AFCB5469F}" srcId="{39BA76EA-6B06-4563-BA94-837024255026}" destId="{EF9695F1-D2F2-46EE-910E-501309FF95E0}" srcOrd="0" destOrd="0" parTransId="{EC524604-523E-4098-83D5-FD165CDA904F}" sibTransId="{CA9B8DBD-E7DF-4E94-A7AA-EE090B32CECF}"/>
    <dgm:cxn modelId="{EB95626F-8061-4199-ADA0-CB28C83C4E6F}" type="presOf" srcId="{18C4879F-0E5A-4618-AECC-8E7BC7F77A71}" destId="{17B2C020-7EDE-4C68-AC0C-0161BCDFDCD1}" srcOrd="0" destOrd="0" presId="urn:microsoft.com/office/officeart/2005/8/layout/hProcess11"/>
    <dgm:cxn modelId="{2535E9B5-6537-42FC-88C6-8B5F05B58F33}" type="presOf" srcId="{39BA76EA-6B06-4563-BA94-837024255026}" destId="{7421BAA9-F779-486E-AD8C-D024EA295426}" srcOrd="0" destOrd="0" presId="urn:microsoft.com/office/officeart/2005/8/layout/hProcess11"/>
    <dgm:cxn modelId="{9B4668BF-3AAE-4137-A63A-A18E3C968577}" type="presOf" srcId="{93756187-EC59-4D7F-9060-1D62A65626E4}" destId="{8CE852D7-8899-4908-B7F1-42F32C89D74F}" srcOrd="0" destOrd="0" presId="urn:microsoft.com/office/officeart/2005/8/layout/hProcess11"/>
    <dgm:cxn modelId="{596135C2-58CD-48ED-A2EA-571A3D4E92F6}" type="presOf" srcId="{EF9695F1-D2F2-46EE-910E-501309FF95E0}" destId="{65E73C9B-7DEC-466A-A79B-796DE227ADB9}" srcOrd="0" destOrd="0" presId="urn:microsoft.com/office/officeart/2005/8/layout/hProcess11"/>
    <dgm:cxn modelId="{EE45DFCD-D452-425C-A034-ACFC73791A0F}" srcId="{39BA76EA-6B06-4563-BA94-837024255026}" destId="{18C4879F-0E5A-4618-AECC-8E7BC7F77A71}" srcOrd="1" destOrd="0" parTransId="{BBD651E1-6723-4F5A-A610-16E954E23BB7}" sibTransId="{4AE79586-0A41-46F2-837C-5EA922501645}"/>
    <dgm:cxn modelId="{CA59A4D8-7805-400B-8188-2F85C78D3E52}" srcId="{39BA76EA-6B06-4563-BA94-837024255026}" destId="{93756187-EC59-4D7F-9060-1D62A65626E4}" srcOrd="2" destOrd="0" parTransId="{B5069614-2112-455F-B2DD-F04F2D19C091}" sibTransId="{6C58C909-E7D0-4485-B4E3-52911310197C}"/>
    <dgm:cxn modelId="{82F2F2DE-DF34-4263-A13D-B6AD40142521}" srcId="{39BA76EA-6B06-4563-BA94-837024255026}" destId="{8AE3726E-75FB-4CD0-AD19-C9D6B81CA7F7}" srcOrd="3" destOrd="0" parTransId="{D7A024A8-ACF3-4289-8861-6716D2E32EC0}" sibTransId="{17BE14E1-9D7C-486E-BDF0-378827A22EBA}"/>
    <dgm:cxn modelId="{11CC9CF6-8F45-43F1-9FA5-04F8E6D7D234}" type="presOf" srcId="{8AE3726E-75FB-4CD0-AD19-C9D6B81CA7F7}" destId="{BA686BC1-F7AD-4885-8EB6-68B6E7717DDD}" srcOrd="0" destOrd="0" presId="urn:microsoft.com/office/officeart/2005/8/layout/hProcess11"/>
    <dgm:cxn modelId="{F294262D-245C-4252-8D7A-0ED396F05FE9}" type="presParOf" srcId="{7421BAA9-F779-486E-AD8C-D024EA295426}" destId="{F0D71F57-F39E-4BEA-825A-3C2186C4355C}" srcOrd="0" destOrd="0" presId="urn:microsoft.com/office/officeart/2005/8/layout/hProcess11"/>
    <dgm:cxn modelId="{22906563-420B-4EBF-A347-258840F71997}" type="presParOf" srcId="{7421BAA9-F779-486E-AD8C-D024EA295426}" destId="{95385AB0-E53D-48C6-A206-C31AB2B8DDFC}" srcOrd="1" destOrd="0" presId="urn:microsoft.com/office/officeart/2005/8/layout/hProcess11"/>
    <dgm:cxn modelId="{810BC9E2-25D3-4B92-B5E4-9AAEAA55EC4A}" type="presParOf" srcId="{95385AB0-E53D-48C6-A206-C31AB2B8DDFC}" destId="{FB14F5CA-74CD-41F8-B937-5E86E7027DA0}" srcOrd="0" destOrd="0" presId="urn:microsoft.com/office/officeart/2005/8/layout/hProcess11"/>
    <dgm:cxn modelId="{6130B0CD-8EE8-44B6-8A1D-3411E3DBA195}" type="presParOf" srcId="{FB14F5CA-74CD-41F8-B937-5E86E7027DA0}" destId="{65E73C9B-7DEC-466A-A79B-796DE227ADB9}" srcOrd="0" destOrd="0" presId="urn:microsoft.com/office/officeart/2005/8/layout/hProcess11"/>
    <dgm:cxn modelId="{CA85181E-E487-4CD2-8439-C07EEC29DEE9}" type="presParOf" srcId="{FB14F5CA-74CD-41F8-B937-5E86E7027DA0}" destId="{45A6A8F0-B1D6-4688-9CA9-EF202B64FCD6}" srcOrd="1" destOrd="0" presId="urn:microsoft.com/office/officeart/2005/8/layout/hProcess11"/>
    <dgm:cxn modelId="{2F1AC783-D1BE-476D-A519-CD912DF22AF7}" type="presParOf" srcId="{FB14F5CA-74CD-41F8-B937-5E86E7027DA0}" destId="{6A66B90A-CB54-426F-9BB1-325491E61F98}" srcOrd="2" destOrd="0" presId="urn:microsoft.com/office/officeart/2005/8/layout/hProcess11"/>
    <dgm:cxn modelId="{A54691FD-5871-464E-8618-6FAF642CF963}" type="presParOf" srcId="{95385AB0-E53D-48C6-A206-C31AB2B8DDFC}" destId="{9D391CB7-34AC-4350-94F1-E6B10CC9080D}" srcOrd="1" destOrd="0" presId="urn:microsoft.com/office/officeart/2005/8/layout/hProcess11"/>
    <dgm:cxn modelId="{6057C4A9-B4EE-41CB-BD70-78F3E519D06B}" type="presParOf" srcId="{95385AB0-E53D-48C6-A206-C31AB2B8DDFC}" destId="{4B525CCC-6C12-4810-A9F2-1ED91A5AED70}" srcOrd="2" destOrd="0" presId="urn:microsoft.com/office/officeart/2005/8/layout/hProcess11"/>
    <dgm:cxn modelId="{A60262BA-99C4-49D6-B8A9-756F72DA40BA}" type="presParOf" srcId="{4B525CCC-6C12-4810-A9F2-1ED91A5AED70}" destId="{17B2C020-7EDE-4C68-AC0C-0161BCDFDCD1}" srcOrd="0" destOrd="0" presId="urn:microsoft.com/office/officeart/2005/8/layout/hProcess11"/>
    <dgm:cxn modelId="{51FB640F-1205-4AF6-9279-9A9CA4CEA824}" type="presParOf" srcId="{4B525CCC-6C12-4810-A9F2-1ED91A5AED70}" destId="{388803F4-D24C-43AF-A40C-E269BF2641C9}" srcOrd="1" destOrd="0" presId="urn:microsoft.com/office/officeart/2005/8/layout/hProcess11"/>
    <dgm:cxn modelId="{40C1C686-DADD-45F8-855E-D6C002294A6C}" type="presParOf" srcId="{4B525CCC-6C12-4810-A9F2-1ED91A5AED70}" destId="{5F8572A5-326D-4ABA-B75D-9E8E646DF764}" srcOrd="2" destOrd="0" presId="urn:microsoft.com/office/officeart/2005/8/layout/hProcess11"/>
    <dgm:cxn modelId="{10EC52AF-FC42-4C85-8342-378F2DD0F1B8}" type="presParOf" srcId="{95385AB0-E53D-48C6-A206-C31AB2B8DDFC}" destId="{16586103-A175-4B4F-8DBD-65F5A3D76BBC}" srcOrd="3" destOrd="0" presId="urn:microsoft.com/office/officeart/2005/8/layout/hProcess11"/>
    <dgm:cxn modelId="{61C1DC66-C073-46DE-92BD-38A5B744C3BF}" type="presParOf" srcId="{95385AB0-E53D-48C6-A206-C31AB2B8DDFC}" destId="{FDAF9D7E-AA21-46CA-88E3-9E322BD6A7C0}" srcOrd="4" destOrd="0" presId="urn:microsoft.com/office/officeart/2005/8/layout/hProcess11"/>
    <dgm:cxn modelId="{94882986-CA3F-4515-B22C-9F571183DACB}" type="presParOf" srcId="{FDAF9D7E-AA21-46CA-88E3-9E322BD6A7C0}" destId="{8CE852D7-8899-4908-B7F1-42F32C89D74F}" srcOrd="0" destOrd="0" presId="urn:microsoft.com/office/officeart/2005/8/layout/hProcess11"/>
    <dgm:cxn modelId="{B352CA1C-DF7D-4B3D-9D1C-598247D7E8BA}" type="presParOf" srcId="{FDAF9D7E-AA21-46CA-88E3-9E322BD6A7C0}" destId="{758C6F5C-8415-4852-9352-C5C0D921FEBD}" srcOrd="1" destOrd="0" presId="urn:microsoft.com/office/officeart/2005/8/layout/hProcess11"/>
    <dgm:cxn modelId="{D8875C91-C171-445A-952B-B80A60594B6F}" type="presParOf" srcId="{FDAF9D7E-AA21-46CA-88E3-9E322BD6A7C0}" destId="{BEBF0864-4BCC-49CF-97CE-B99D6F37512C}" srcOrd="2" destOrd="0" presId="urn:microsoft.com/office/officeart/2005/8/layout/hProcess11"/>
    <dgm:cxn modelId="{8B61EE72-BA5D-4DA4-9096-BD934CC4FDEC}" type="presParOf" srcId="{95385AB0-E53D-48C6-A206-C31AB2B8DDFC}" destId="{1716BBE6-F9EC-4AE7-8349-42C5686050DC}" srcOrd="5" destOrd="0" presId="urn:microsoft.com/office/officeart/2005/8/layout/hProcess11"/>
    <dgm:cxn modelId="{F6239A18-B077-4153-A75F-3547D2613789}" type="presParOf" srcId="{95385AB0-E53D-48C6-A206-C31AB2B8DDFC}" destId="{B4A60255-0548-4AFB-BF8C-6C15F5D82B5E}" srcOrd="6" destOrd="0" presId="urn:microsoft.com/office/officeart/2005/8/layout/hProcess11"/>
    <dgm:cxn modelId="{018A4CA8-70BF-4517-B20C-1895FEB59E61}" type="presParOf" srcId="{B4A60255-0548-4AFB-BF8C-6C15F5D82B5E}" destId="{BA686BC1-F7AD-4885-8EB6-68B6E7717DDD}" srcOrd="0" destOrd="0" presId="urn:microsoft.com/office/officeart/2005/8/layout/hProcess11"/>
    <dgm:cxn modelId="{C269E91E-D549-458B-B48D-85E9AAC24BE1}" type="presParOf" srcId="{B4A60255-0548-4AFB-BF8C-6C15F5D82B5E}" destId="{394A1AED-D461-4CB8-81C8-FE05655CE086}" srcOrd="1" destOrd="0" presId="urn:microsoft.com/office/officeart/2005/8/layout/hProcess11"/>
    <dgm:cxn modelId="{E1B6A1A2-0FD3-43CD-BC78-7E555E05D896}" type="presParOf" srcId="{B4A60255-0548-4AFB-BF8C-6C15F5D82B5E}" destId="{BF2C5714-B9F7-41E4-B73F-B93743B6B6A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D71F57-F39E-4BEA-825A-3C2186C4355C}">
      <dsp:nvSpPr>
        <dsp:cNvPr id="0" name=""/>
        <dsp:cNvSpPr/>
      </dsp:nvSpPr>
      <dsp:spPr>
        <a:xfrm>
          <a:off x="0" y="827550"/>
          <a:ext cx="8268979" cy="110340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E73C9B-7DEC-466A-A79B-796DE227ADB9}">
      <dsp:nvSpPr>
        <dsp:cNvPr id="0" name=""/>
        <dsp:cNvSpPr/>
      </dsp:nvSpPr>
      <dsp:spPr>
        <a:xfrm>
          <a:off x="3724" y="0"/>
          <a:ext cx="1791477" cy="1103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144" tIns="263144" rIns="263144" bIns="263144" numCol="1" spcCol="1270" anchor="b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700" kern="1200" dirty="0">
              <a:latin typeface="標楷體" panose="03000509000000000000" pitchFamily="65" charset="-120"/>
              <a:ea typeface="標楷體" panose="03000509000000000000" pitchFamily="65" charset="-120"/>
            </a:rPr>
            <a:t>疫情</a:t>
          </a:r>
        </a:p>
      </dsp:txBody>
      <dsp:txXfrm>
        <a:off x="3724" y="0"/>
        <a:ext cx="1791477" cy="1103400"/>
      </dsp:txXfrm>
    </dsp:sp>
    <dsp:sp modelId="{45A6A8F0-B1D6-4688-9CA9-EF202B64FCD6}">
      <dsp:nvSpPr>
        <dsp:cNvPr id="0" name=""/>
        <dsp:cNvSpPr/>
      </dsp:nvSpPr>
      <dsp:spPr>
        <a:xfrm>
          <a:off x="761538" y="1241325"/>
          <a:ext cx="275850" cy="2758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B2C020-7EDE-4C68-AC0C-0161BCDFDCD1}">
      <dsp:nvSpPr>
        <dsp:cNvPr id="0" name=""/>
        <dsp:cNvSpPr/>
      </dsp:nvSpPr>
      <dsp:spPr>
        <a:xfrm>
          <a:off x="1884776" y="1655101"/>
          <a:ext cx="1791477" cy="1103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144" tIns="263144" rIns="263144" bIns="263144" numCol="1" spcCol="1270" anchor="t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700" kern="1200" dirty="0">
              <a:latin typeface="標楷體" panose="03000509000000000000" pitchFamily="65" charset="-120"/>
              <a:ea typeface="標楷體" panose="03000509000000000000" pitchFamily="65" charset="-120"/>
            </a:rPr>
            <a:t>?</a:t>
          </a:r>
          <a:endParaRPr lang="zh-TW" altLang="en-US" sz="37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1884776" y="1655101"/>
        <a:ext cx="1791477" cy="1103400"/>
      </dsp:txXfrm>
    </dsp:sp>
    <dsp:sp modelId="{388803F4-D24C-43AF-A40C-E269BF2641C9}">
      <dsp:nvSpPr>
        <dsp:cNvPr id="0" name=""/>
        <dsp:cNvSpPr/>
      </dsp:nvSpPr>
      <dsp:spPr>
        <a:xfrm>
          <a:off x="2642589" y="1241325"/>
          <a:ext cx="275850" cy="2758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E852D7-8899-4908-B7F1-42F32C89D74F}">
      <dsp:nvSpPr>
        <dsp:cNvPr id="0" name=""/>
        <dsp:cNvSpPr/>
      </dsp:nvSpPr>
      <dsp:spPr>
        <a:xfrm>
          <a:off x="3765827" y="0"/>
          <a:ext cx="1791477" cy="1103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144" tIns="263144" rIns="263144" bIns="263144" numCol="1" spcCol="1270" anchor="b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700" kern="1200" dirty="0">
              <a:latin typeface="標楷體" panose="03000509000000000000" pitchFamily="65" charset="-120"/>
              <a:ea typeface="標楷體" panose="03000509000000000000" pitchFamily="65" charset="-120"/>
            </a:rPr>
            <a:t>詐騙</a:t>
          </a:r>
        </a:p>
      </dsp:txBody>
      <dsp:txXfrm>
        <a:off x="3765827" y="0"/>
        <a:ext cx="1791477" cy="1103400"/>
      </dsp:txXfrm>
    </dsp:sp>
    <dsp:sp modelId="{758C6F5C-8415-4852-9352-C5C0D921FEBD}">
      <dsp:nvSpPr>
        <dsp:cNvPr id="0" name=""/>
        <dsp:cNvSpPr/>
      </dsp:nvSpPr>
      <dsp:spPr>
        <a:xfrm>
          <a:off x="4523641" y="1241325"/>
          <a:ext cx="275850" cy="2758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686BC1-F7AD-4885-8EB6-68B6E7717DDD}">
      <dsp:nvSpPr>
        <dsp:cNvPr id="0" name=""/>
        <dsp:cNvSpPr/>
      </dsp:nvSpPr>
      <dsp:spPr>
        <a:xfrm>
          <a:off x="5646878" y="1655101"/>
          <a:ext cx="1791477" cy="1103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144" tIns="263144" rIns="263144" bIns="263144" numCol="1" spcCol="1270" anchor="t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AI</a:t>
          </a:r>
          <a:endParaRPr lang="zh-TW" altLang="en-US" sz="3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646878" y="1655101"/>
        <a:ext cx="1791477" cy="1103400"/>
      </dsp:txXfrm>
    </dsp:sp>
    <dsp:sp modelId="{394A1AED-D461-4CB8-81C8-FE05655CE086}">
      <dsp:nvSpPr>
        <dsp:cNvPr id="0" name=""/>
        <dsp:cNvSpPr/>
      </dsp:nvSpPr>
      <dsp:spPr>
        <a:xfrm>
          <a:off x="6404692" y="1241325"/>
          <a:ext cx="275850" cy="2758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tfc-taiwan.org.tw/fact-check-reports-all/" TargetMode="External"/><Relationship Id="rId2" Type="http://schemas.openxmlformats.org/officeDocument/2006/relationships/hyperlink" Target="https://github.com/linsitin/IRE_project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B73F7B-5B7C-4096-944E-59E5F89A3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2564" y="1913467"/>
            <a:ext cx="7066871" cy="1515533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事實查核趨勢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39BA5DE-11A6-4F39-AAB9-85BC64D709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第二組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01157103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林思霆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01157166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劉軒宏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01157133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陳竑達</a:t>
            </a:r>
          </a:p>
        </p:txBody>
      </p:sp>
    </p:spTree>
    <p:extLst>
      <p:ext uri="{BB962C8B-B14F-4D97-AF65-F5344CB8AC3E}">
        <p14:creationId xmlns:p14="http://schemas.microsoft.com/office/powerpoint/2010/main" val="809775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F1D5CE53-83F5-4BBA-BB3E-ABF11BF3B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對事實查核中心網站進行爬蟲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F5CBA14-3D57-4898-86A7-E9F06D90C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4126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篇文章直到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5/7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45880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CDAA65-F40F-474D-A614-F7E83FFC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爬網站（使用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BeautifulSoup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</p:txBody>
      </p:sp>
      <p:pic>
        <p:nvPicPr>
          <p:cNvPr id="32" name="內容版面配置區 31">
            <a:extLst>
              <a:ext uri="{FF2B5EF4-FFF2-40B4-BE49-F238E27FC236}">
                <a16:creationId xmlns:a16="http://schemas.microsoft.com/office/drawing/2014/main" id="{D8C4F5A9-0AC6-4C73-8E8B-A0DACA9492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416627"/>
            <a:ext cx="7448901" cy="3827419"/>
          </a:xfr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44692092-3620-4EAA-9319-AD37E5E10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405" y="2416627"/>
            <a:ext cx="6411415" cy="331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762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F1D5CE53-83F5-4BBA-BB3E-ABF11BF3B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功能說明</a:t>
            </a:r>
            <a:b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F5CBA14-3D57-4898-86A7-E9F06D90C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93641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E3768E-4ECB-4AFC-9D38-D8D0C8761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功能一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趨勢分析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0B7DEE-05AE-4C0B-879F-0C5512A4B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利用時間整理關鍵字趨勢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範例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0" name="資料庫圖表 9">
            <a:extLst>
              <a:ext uri="{FF2B5EF4-FFF2-40B4-BE49-F238E27FC236}">
                <a16:creationId xmlns:a16="http://schemas.microsoft.com/office/drawing/2014/main" id="{4C5D166F-4D53-442F-B7CB-5ED2942E83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2958467"/>
              </p:ext>
            </p:extLst>
          </p:nvPr>
        </p:nvGraphicFramePr>
        <p:xfrm>
          <a:off x="2627618" y="3388299"/>
          <a:ext cx="8268979" cy="27585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21832B86-F6DD-4BBC-A2F3-A710A1BAABF7}"/>
              </a:ext>
            </a:extLst>
          </p:cNvPr>
          <p:cNvSpPr txBox="1"/>
          <p:nvPr/>
        </p:nvSpPr>
        <p:spPr>
          <a:xfrm>
            <a:off x="6861843" y="5236704"/>
            <a:ext cx="855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581054D-3DDF-4BF2-9797-A7709186DDD2}"/>
              </a:ext>
            </a:extLst>
          </p:cNvPr>
          <p:cNvSpPr txBox="1"/>
          <p:nvPr/>
        </p:nvSpPr>
        <p:spPr>
          <a:xfrm>
            <a:off x="8708705" y="3847068"/>
            <a:ext cx="855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0519AC0-E20A-4D1E-A88A-7AE6C894A583}"/>
              </a:ext>
            </a:extLst>
          </p:cNvPr>
          <p:cNvSpPr txBox="1"/>
          <p:nvPr/>
        </p:nvSpPr>
        <p:spPr>
          <a:xfrm>
            <a:off x="3103575" y="5236704"/>
            <a:ext cx="855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8B178DD-B111-4D35-BE1F-F3FF1085E67A}"/>
              </a:ext>
            </a:extLst>
          </p:cNvPr>
          <p:cNvSpPr txBox="1"/>
          <p:nvPr/>
        </p:nvSpPr>
        <p:spPr>
          <a:xfrm>
            <a:off x="5016265" y="3847068"/>
            <a:ext cx="855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20XX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927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E3768E-4ECB-4AFC-9D38-D8D0C8761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功能二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推薦類似文章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0B7DEE-05AE-4C0B-879F-0C5512A4B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相關內容面向的查核報告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範例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有相同類型的文章</a:t>
            </a:r>
          </a:p>
        </p:txBody>
      </p:sp>
    </p:spTree>
    <p:extLst>
      <p:ext uri="{BB962C8B-B14F-4D97-AF65-F5344CB8AC3E}">
        <p14:creationId xmlns:p14="http://schemas.microsoft.com/office/powerpoint/2010/main" val="3433268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E3768E-4ECB-4AFC-9D38-D8D0C8761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功能三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判斷事實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0B7DEE-05AE-4C0B-879F-0C5512A4B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84176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F1D5CE53-83F5-4BBA-BB3E-ABF11BF3B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功能實作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F5CBA14-3D57-4898-86A7-E9F06D90C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功能一、功能二</a:t>
            </a:r>
          </a:p>
        </p:txBody>
      </p:sp>
    </p:spTree>
    <p:extLst>
      <p:ext uri="{BB962C8B-B14F-4D97-AF65-F5344CB8AC3E}">
        <p14:creationId xmlns:p14="http://schemas.microsoft.com/office/powerpoint/2010/main" val="4220093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E3768E-4ECB-4AFC-9D38-D8D0C8761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功能一流程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0B7DEE-05AE-4C0B-879F-0C5512A4B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找出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tf-idf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前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名的詞彙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每篇文章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將詞彙成為核心詞彙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前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名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的篇數進行排名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取排名前三當作年度關鍵字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26325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E3768E-4ECB-4AFC-9D38-D8D0C8761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TF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DF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IDF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TF-IDF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" name="內容版面配置區 12">
            <a:extLst>
              <a:ext uri="{FF2B5EF4-FFF2-40B4-BE49-F238E27FC236}">
                <a16:creationId xmlns:a16="http://schemas.microsoft.com/office/drawing/2014/main" id="{1F400E88-CED2-4A9C-9705-B64361E2C3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448406"/>
            <a:ext cx="5237391" cy="3317875"/>
          </a:xfr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1C26B76B-A030-486C-B5F6-F8A82699F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912" y="2779332"/>
            <a:ext cx="5903047" cy="298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263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32BAB465-37D7-4BCA-843B-461EF2003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2" y="606415"/>
            <a:ext cx="10035855" cy="564516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DE3768E-4ECB-4AFC-9D38-D8D0C87616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026780" y="2777330"/>
            <a:ext cx="3087147" cy="1303337"/>
          </a:xfrm>
        </p:spPr>
        <p:txBody>
          <a:bodyPr/>
          <a:lstStyle/>
          <a:p>
            <a:pPr algn="l"/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功能一實作</a:t>
            </a:r>
          </a:p>
        </p:txBody>
      </p:sp>
    </p:spTree>
    <p:extLst>
      <p:ext uri="{BB962C8B-B14F-4D97-AF65-F5344CB8AC3E}">
        <p14:creationId xmlns:p14="http://schemas.microsoft.com/office/powerpoint/2010/main" val="2110383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C770308A-BE45-4689-BE19-6B7E09114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074" y="589542"/>
            <a:ext cx="10095851" cy="567891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DE3768E-4ECB-4AFC-9D38-D8D0C87616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056778" y="2777331"/>
            <a:ext cx="3087147" cy="1303337"/>
          </a:xfrm>
        </p:spPr>
        <p:txBody>
          <a:bodyPr/>
          <a:lstStyle/>
          <a:p>
            <a:pPr algn="l"/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功能一實作</a:t>
            </a:r>
          </a:p>
        </p:txBody>
      </p:sp>
    </p:spTree>
    <p:extLst>
      <p:ext uri="{BB962C8B-B14F-4D97-AF65-F5344CB8AC3E}">
        <p14:creationId xmlns:p14="http://schemas.microsoft.com/office/powerpoint/2010/main" val="3657981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1E6F8E2-F320-4C5A-919B-35368DC6B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074" y="589542"/>
            <a:ext cx="10095851" cy="567891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DE3768E-4ECB-4AFC-9D38-D8D0C87616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056778" y="2777331"/>
            <a:ext cx="3087147" cy="1303337"/>
          </a:xfrm>
        </p:spPr>
        <p:txBody>
          <a:bodyPr/>
          <a:lstStyle/>
          <a:p>
            <a:pPr algn="l"/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功能一實作</a:t>
            </a:r>
          </a:p>
        </p:txBody>
      </p:sp>
    </p:spTree>
    <p:extLst>
      <p:ext uri="{BB962C8B-B14F-4D97-AF65-F5344CB8AC3E}">
        <p14:creationId xmlns:p14="http://schemas.microsoft.com/office/powerpoint/2010/main" val="3679205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F34169A-9F1D-41A3-9EC3-A1F94668C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074" y="589542"/>
            <a:ext cx="10095851" cy="567891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DE3768E-4ECB-4AFC-9D38-D8D0C87616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056778" y="2777331"/>
            <a:ext cx="3087147" cy="1303337"/>
          </a:xfrm>
        </p:spPr>
        <p:txBody>
          <a:bodyPr/>
          <a:lstStyle/>
          <a:p>
            <a:pPr algn="l"/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功能一實作</a:t>
            </a:r>
          </a:p>
        </p:txBody>
      </p:sp>
    </p:spTree>
    <p:extLst>
      <p:ext uri="{BB962C8B-B14F-4D97-AF65-F5344CB8AC3E}">
        <p14:creationId xmlns:p14="http://schemas.microsoft.com/office/powerpoint/2010/main" val="546576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2C91FC0A-1844-45AB-AF68-5EBF5F40E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074" y="589542"/>
            <a:ext cx="10095851" cy="567891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DE3768E-4ECB-4AFC-9D38-D8D0C87616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056778" y="2777331"/>
            <a:ext cx="3087147" cy="1303337"/>
          </a:xfrm>
        </p:spPr>
        <p:txBody>
          <a:bodyPr/>
          <a:lstStyle/>
          <a:p>
            <a:pPr algn="l"/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功能一實作</a:t>
            </a:r>
          </a:p>
        </p:txBody>
      </p:sp>
    </p:spTree>
    <p:extLst>
      <p:ext uri="{BB962C8B-B14F-4D97-AF65-F5344CB8AC3E}">
        <p14:creationId xmlns:p14="http://schemas.microsoft.com/office/powerpoint/2010/main" val="3065345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CDCC122-D246-4CB6-A048-128F7C29C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074" y="589542"/>
            <a:ext cx="10095851" cy="567891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DE3768E-4ECB-4AFC-9D38-D8D0C87616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056778" y="2777331"/>
            <a:ext cx="3087147" cy="1303337"/>
          </a:xfrm>
        </p:spPr>
        <p:txBody>
          <a:bodyPr/>
          <a:lstStyle/>
          <a:p>
            <a:pPr algn="l"/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功能一實作</a:t>
            </a:r>
          </a:p>
        </p:txBody>
      </p:sp>
    </p:spTree>
    <p:extLst>
      <p:ext uri="{BB962C8B-B14F-4D97-AF65-F5344CB8AC3E}">
        <p14:creationId xmlns:p14="http://schemas.microsoft.com/office/powerpoint/2010/main" val="2338535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E3768E-4ECB-4AFC-9D38-D8D0C8761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功能二流程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0B7DEE-05AE-4C0B-879F-0C5512A4B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利用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cos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相似度推薦給使用者前三名相關的文章</a:t>
            </a:r>
          </a:p>
        </p:txBody>
      </p:sp>
    </p:spTree>
    <p:extLst>
      <p:ext uri="{BB962C8B-B14F-4D97-AF65-F5344CB8AC3E}">
        <p14:creationId xmlns:p14="http://schemas.microsoft.com/office/powerpoint/2010/main" val="3853850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BEA20E96-0592-473D-8474-49AB112CD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361" y="624015"/>
            <a:ext cx="9973278" cy="560997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DE3768E-4ECB-4AFC-9D38-D8D0C87616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565465" y="833508"/>
            <a:ext cx="3517174" cy="1303337"/>
          </a:xfrm>
        </p:spPr>
        <p:txBody>
          <a:bodyPr>
            <a:normAutofit/>
          </a:bodyPr>
          <a:lstStyle/>
          <a:p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功能二實作</a:t>
            </a:r>
          </a:p>
        </p:txBody>
      </p:sp>
    </p:spTree>
    <p:extLst>
      <p:ext uri="{BB962C8B-B14F-4D97-AF65-F5344CB8AC3E}">
        <p14:creationId xmlns:p14="http://schemas.microsoft.com/office/powerpoint/2010/main" val="1109634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>
            <a:extLst>
              <a:ext uri="{FF2B5EF4-FFF2-40B4-BE49-F238E27FC236}">
                <a16:creationId xmlns:a16="http://schemas.microsoft.com/office/drawing/2014/main" id="{EE8EB888-6E57-4BC0-8A3C-3FE621B32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34" y="609600"/>
            <a:ext cx="10024532" cy="5638799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66BC41E8-1F67-4DE5-B18F-58B876F05D86}"/>
              </a:ext>
            </a:extLst>
          </p:cNvPr>
          <p:cNvSpPr txBox="1">
            <a:spLocks/>
          </p:cNvSpPr>
          <p:nvPr/>
        </p:nvSpPr>
        <p:spPr>
          <a:xfrm>
            <a:off x="7591092" y="4945062"/>
            <a:ext cx="3517174" cy="13033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功能二實作</a:t>
            </a:r>
          </a:p>
        </p:txBody>
      </p:sp>
    </p:spTree>
    <p:extLst>
      <p:ext uri="{BB962C8B-B14F-4D97-AF65-F5344CB8AC3E}">
        <p14:creationId xmlns:p14="http://schemas.microsoft.com/office/powerpoint/2010/main" val="35073841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>
            <a:extLst>
              <a:ext uri="{FF2B5EF4-FFF2-40B4-BE49-F238E27FC236}">
                <a16:creationId xmlns:a16="http://schemas.microsoft.com/office/drawing/2014/main" id="{AFDBDB3C-1067-4F36-A2A2-06B99E3D7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074" y="589542"/>
            <a:ext cx="10095851" cy="567891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DE3768E-4ECB-4AFC-9D38-D8D0C87616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758268" y="801498"/>
            <a:ext cx="3385657" cy="1136359"/>
          </a:xfrm>
        </p:spPr>
        <p:txBody>
          <a:bodyPr>
            <a:normAutofit/>
          </a:bodyPr>
          <a:lstStyle/>
          <a:p>
            <a:pPr algn="l"/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停用詞</a:t>
            </a:r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(N/2)</a:t>
            </a:r>
            <a:endParaRPr lang="zh-TW" altLang="en-US" dirty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522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29A3D59-4370-4DEC-B11D-92BABA4E2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074" y="589542"/>
            <a:ext cx="10095851" cy="567891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DE3768E-4ECB-4AFC-9D38-D8D0C87616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758268" y="801498"/>
            <a:ext cx="3385657" cy="1136359"/>
          </a:xfrm>
        </p:spPr>
        <p:txBody>
          <a:bodyPr>
            <a:normAutofit/>
          </a:bodyPr>
          <a:lstStyle/>
          <a:p>
            <a:pPr algn="l"/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停用詞</a:t>
            </a:r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(N/3)</a:t>
            </a:r>
            <a:endParaRPr lang="zh-TW" altLang="en-US" dirty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219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584AA1-206F-4D0E-B712-E4BF12872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相關連結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876783-6B37-4DAD-A196-F3B9DAA3E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hlinkClick r:id="rId2"/>
              </a:rPr>
              <a:t>資訊檢索系統期末專案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hlinkClick r:id="rId3"/>
              </a:rPr>
              <a:t>台灣事實查核中心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9313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E3768E-4ECB-4AFC-9D38-D8D0C8761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詞彙在所有文章的總出現次數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2C47E4CA-9D20-4759-8DC9-398A25C883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45744" y="2423240"/>
            <a:ext cx="4100512" cy="3816579"/>
          </a:xfrm>
        </p:spPr>
      </p:pic>
    </p:spTree>
    <p:extLst>
      <p:ext uri="{BB962C8B-B14F-4D97-AF65-F5344CB8AC3E}">
        <p14:creationId xmlns:p14="http://schemas.microsoft.com/office/powerpoint/2010/main" val="804054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E3768E-4ECB-4AFC-9D38-D8D0C8761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2025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7" name="內容版面配置區 16">
            <a:extLst>
              <a:ext uri="{FF2B5EF4-FFF2-40B4-BE49-F238E27FC236}">
                <a16:creationId xmlns:a16="http://schemas.microsoft.com/office/drawing/2014/main" id="{47834B59-3F02-418A-83DC-A4716E092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2074" y="2431628"/>
            <a:ext cx="7467851" cy="3837156"/>
          </a:xfrm>
        </p:spPr>
      </p:pic>
    </p:spTree>
    <p:extLst>
      <p:ext uri="{BB962C8B-B14F-4D97-AF65-F5344CB8AC3E}">
        <p14:creationId xmlns:p14="http://schemas.microsoft.com/office/powerpoint/2010/main" val="26809930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有機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663</TotalTime>
  <Words>221</Words>
  <Application>Microsoft Office PowerPoint</Application>
  <PresentationFormat>寬螢幕</PresentationFormat>
  <Paragraphs>47</Paragraphs>
  <Slides>24</Slides>
  <Notes>0</Notes>
  <HiddenSlides>4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9" baseType="lpstr">
      <vt:lpstr>標楷體</vt:lpstr>
      <vt:lpstr>Arial</vt:lpstr>
      <vt:lpstr>Garamond</vt:lpstr>
      <vt:lpstr>Times New Roman</vt:lpstr>
      <vt:lpstr>有機</vt:lpstr>
      <vt:lpstr>事實查核趨勢</vt:lpstr>
      <vt:lpstr>對事實查核中心網站進行爬蟲</vt:lpstr>
      <vt:lpstr>爬網站（使用BeautifulSoup）</vt:lpstr>
      <vt:lpstr>功能說明 </vt:lpstr>
      <vt:lpstr>功能一:趨勢分析</vt:lpstr>
      <vt:lpstr>功能二:推薦類似文章</vt:lpstr>
      <vt:lpstr>功能三:AI判斷事實</vt:lpstr>
      <vt:lpstr>功能實作</vt:lpstr>
      <vt:lpstr>功能一流程</vt:lpstr>
      <vt:lpstr>TF、DF、IDF、TF-IDF</vt:lpstr>
      <vt:lpstr>功能一實作</vt:lpstr>
      <vt:lpstr>功能一實作</vt:lpstr>
      <vt:lpstr>功能一實作</vt:lpstr>
      <vt:lpstr>功能一實作</vt:lpstr>
      <vt:lpstr>功能一實作</vt:lpstr>
      <vt:lpstr>功能一實作</vt:lpstr>
      <vt:lpstr>功能二流程</vt:lpstr>
      <vt:lpstr>功能二實作</vt:lpstr>
      <vt:lpstr>PowerPoint 簡報</vt:lpstr>
      <vt:lpstr>停用詞(N/2)</vt:lpstr>
      <vt:lpstr>停用詞(N/3)</vt:lpstr>
      <vt:lpstr>相關連結</vt:lpstr>
      <vt:lpstr>詞彙在所有文章的總出現次數</vt:lpstr>
      <vt:lpstr>2025年的DF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資訊檢索系統期末專案</dc:title>
  <dc:creator>思霆 林</dc:creator>
  <cp:lastModifiedBy>思霆 林</cp:lastModifiedBy>
  <cp:revision>47</cp:revision>
  <dcterms:created xsi:type="dcterms:W3CDTF">2026-04-15T14:20:03Z</dcterms:created>
  <dcterms:modified xsi:type="dcterms:W3CDTF">2026-05-13T20:29:14Z</dcterms:modified>
</cp:coreProperties>
</file>