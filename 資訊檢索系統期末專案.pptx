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1" r:id="rId6"/>
    <p:sldId id="264" r:id="rId7"/>
    <p:sldId id="265" r:id="rId8"/>
    <p:sldId id="268" r:id="rId9"/>
    <p:sldId id="269" r:id="rId10"/>
    <p:sldId id="279" r:id="rId11"/>
    <p:sldId id="270" r:id="rId12"/>
    <p:sldId id="271" r:id="rId13"/>
    <p:sldId id="273" r:id="rId14"/>
    <p:sldId id="258" r:id="rId15"/>
    <p:sldId id="274" r:id="rId16"/>
    <p:sldId id="275" r:id="rId17"/>
    <p:sldId id="276" r:id="rId18"/>
    <p:sldId id="277" r:id="rId19"/>
    <p:sldId id="278" r:id="rId20"/>
    <p:sldId id="28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4140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篇文章直到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5/7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32" name="內容版面配置區 31">
            <a:extLst>
              <a:ext uri="{FF2B5EF4-FFF2-40B4-BE49-F238E27FC236}">
                <a16:creationId xmlns:a16="http://schemas.microsoft.com/office/drawing/2014/main" id="{D8C4F5A9-0AC6-4C73-8E8B-A0DACA9492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16627"/>
            <a:ext cx="7448901" cy="3827419"/>
          </a:xfr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44692092-3620-4EAA-9319-AD37E5E1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405" y="2416627"/>
            <a:ext cx="6411415" cy="331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  <a:b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利用時間線整理關鍵字趨勢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2958467"/>
              </p:ext>
            </p:extLst>
          </p:nvPr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927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推薦類似文章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相關內容面向的查核報告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有相同類型的文章</a:t>
            </a: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判斷事實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4176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功能實作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功能一、功能二</a:t>
            </a:r>
          </a:p>
        </p:txBody>
      </p:sp>
    </p:spTree>
    <p:extLst>
      <p:ext uri="{BB962C8B-B14F-4D97-AF65-F5344CB8AC3E}">
        <p14:creationId xmlns:p14="http://schemas.microsoft.com/office/powerpoint/2010/main" val="4220093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找出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前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名的詞彙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每篇文章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將詞彙成為核心詞彙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前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名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的篇數進行排名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取排名前三當作年度關鍵字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26325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1F400E88-CED2-4A9C-9705-B64361E2C3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48406"/>
            <a:ext cx="5237391" cy="3317875"/>
          </a:xfr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C26B76B-A030-486C-B5F6-F8A82699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12" y="2779332"/>
            <a:ext cx="5903047" cy="298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63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547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871B16CB-BD06-4798-B7B1-34E9AAC8F1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4694" y="2423239"/>
            <a:ext cx="7462704" cy="3834512"/>
          </a:xfrm>
        </p:spPr>
      </p:pic>
    </p:spTree>
    <p:extLst>
      <p:ext uri="{BB962C8B-B14F-4D97-AF65-F5344CB8AC3E}">
        <p14:creationId xmlns:p14="http://schemas.microsoft.com/office/powerpoint/2010/main" val="2110383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功能二流程和實作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cos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相似度推薦給使用者前三名相關的文章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24DA8DB-1000-4792-ADD0-3E6D5CC70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1" y="2994844"/>
            <a:ext cx="9285513" cy="324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850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待決定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C99F979-FA47-4BD6-98F5-841ED1C95C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74752"/>
            <a:ext cx="9837438" cy="1438808"/>
          </a:xfrm>
        </p:spPr>
      </p:pic>
    </p:spTree>
    <p:extLst>
      <p:ext uri="{BB962C8B-B14F-4D97-AF65-F5344CB8AC3E}">
        <p14:creationId xmlns:p14="http://schemas.microsoft.com/office/powerpoint/2010/main" val="950565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642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1E9F06F-C9B8-44DC-9FD7-7048DBEA3F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08213" y="2423238"/>
            <a:ext cx="7447226" cy="3826559"/>
          </a:xfrm>
        </p:spPr>
      </p:pic>
    </p:spTree>
    <p:extLst>
      <p:ext uri="{BB962C8B-B14F-4D97-AF65-F5344CB8AC3E}">
        <p14:creationId xmlns:p14="http://schemas.microsoft.com/office/powerpoint/2010/main" val="3310180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644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8517570-BCFD-4DE4-BF1B-E3CF130688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5417" y="2417967"/>
            <a:ext cx="7441166" cy="3823442"/>
          </a:xfrm>
        </p:spPr>
      </p:pic>
    </p:spTree>
    <p:extLst>
      <p:ext uri="{BB962C8B-B14F-4D97-AF65-F5344CB8AC3E}">
        <p14:creationId xmlns:p14="http://schemas.microsoft.com/office/powerpoint/2010/main" val="2301068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2022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FFEFD1B-09F6-41EB-9B2B-7F573C660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2386" y="2431628"/>
            <a:ext cx="7447227" cy="3826559"/>
          </a:xfrm>
        </p:spPr>
      </p:pic>
    </p:spTree>
    <p:extLst>
      <p:ext uri="{BB962C8B-B14F-4D97-AF65-F5344CB8AC3E}">
        <p14:creationId xmlns:p14="http://schemas.microsoft.com/office/powerpoint/2010/main" val="1351768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2021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664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D85F20C-7387-4B26-81DF-A6966C8666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4224" y="2406462"/>
            <a:ext cx="7463552" cy="3834947"/>
          </a:xfrm>
        </p:spPr>
      </p:pic>
    </p:spTree>
    <p:extLst>
      <p:ext uri="{BB962C8B-B14F-4D97-AF65-F5344CB8AC3E}">
        <p14:creationId xmlns:p14="http://schemas.microsoft.com/office/powerpoint/2010/main" val="9912287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詞彙在所有文章的總出現次數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C47E4CA-9D20-4759-8DC9-398A25C88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5744" y="2423240"/>
            <a:ext cx="4100512" cy="3816579"/>
          </a:xfrm>
        </p:spPr>
      </p:pic>
    </p:spTree>
    <p:extLst>
      <p:ext uri="{BB962C8B-B14F-4D97-AF65-F5344CB8AC3E}">
        <p14:creationId xmlns:p14="http://schemas.microsoft.com/office/powerpoint/2010/main" val="804054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年的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47834B59-3F02-418A-83DC-A4716E092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2074" y="2431628"/>
            <a:ext cx="7467851" cy="3837156"/>
          </a:xfrm>
        </p:spPr>
      </p:pic>
    </p:spTree>
    <p:extLst>
      <p:ext uri="{BB962C8B-B14F-4D97-AF65-F5344CB8AC3E}">
        <p14:creationId xmlns:p14="http://schemas.microsoft.com/office/powerpoint/2010/main" val="2680993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481</TotalTime>
  <Words>234</Words>
  <Application>Microsoft Office PowerPoint</Application>
  <PresentationFormat>寬螢幕</PresentationFormat>
  <Paragraphs>43</Paragraphs>
  <Slides>20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標楷體</vt:lpstr>
      <vt:lpstr>Arial</vt:lpstr>
      <vt:lpstr>Garamond</vt:lpstr>
      <vt:lpstr>Times New Roman</vt:lpstr>
      <vt:lpstr>有機</vt:lpstr>
      <vt:lpstr>事實查核趨勢</vt:lpstr>
      <vt:lpstr>對事實查核中心網站進行爬蟲</vt:lpstr>
      <vt:lpstr>爬網站（使用BeautifulSoup）</vt:lpstr>
      <vt:lpstr>功能說明 </vt:lpstr>
      <vt:lpstr>功能一:趨勢分析</vt:lpstr>
      <vt:lpstr>功能二:推薦類似文章</vt:lpstr>
      <vt:lpstr>功能三:AI判斷事實</vt:lpstr>
      <vt:lpstr>功能實作</vt:lpstr>
      <vt:lpstr>功能一流程</vt:lpstr>
      <vt:lpstr>TF、DF、IDF、TF-IDF</vt:lpstr>
      <vt:lpstr>功能一實作(2025的547篇)</vt:lpstr>
      <vt:lpstr>功能二流程和實作</vt:lpstr>
      <vt:lpstr>停用詞(待決定)</vt:lpstr>
      <vt:lpstr>相關連結</vt:lpstr>
      <vt:lpstr>功能一實作(2024的642篇)</vt:lpstr>
      <vt:lpstr>功能一實作(2023的644篇)</vt:lpstr>
      <vt:lpstr>功能一實作(2022的703篇)</vt:lpstr>
      <vt:lpstr>功能一實作(2021的664篇)</vt:lpstr>
      <vt:lpstr>詞彙在所有文章的總出現次數</vt:lpstr>
      <vt:lpstr>2025年的DF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37</cp:revision>
  <dcterms:created xsi:type="dcterms:W3CDTF">2026-04-15T14:20:03Z</dcterms:created>
  <dcterms:modified xsi:type="dcterms:W3CDTF">2026-05-06T17:44:56Z</dcterms:modified>
</cp:coreProperties>
</file>